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62" r:id="rId5"/>
    <p:sldId id="259" r:id="rId6"/>
    <p:sldId id="265" r:id="rId7"/>
    <p:sldId id="267" r:id="rId8"/>
    <p:sldId id="268" r:id="rId9"/>
    <p:sldId id="260" r:id="rId10"/>
    <p:sldId id="263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B62B6-10AE-437F-96EB-43B453ECD854}" v="31" dt="2025-09-14T15:43:28.927"/>
    <p1510:client id="{7BE490CD-5E5A-738E-8DB1-E990FD827DD0}" v="202" dt="2025-09-14T18:08:32.754"/>
    <p1510:client id="{D5216ABC-AF35-3C45-4653-1D3D746F4716}" v="42" dt="2025-09-13T21:13:36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 Eister" userId="S::dseister@syr.edu::d9675fb1-f549-4e94-828a-6a9c22f17b5e" providerId="AD" clId="Web-{04F219DD-9562-01D9-BE9D-A96BCDCC02B0}"/>
    <pc:docChg chg="addSld modSld">
      <pc:chgData name="David S Eister" userId="S::dseister@syr.edu::d9675fb1-f549-4e94-828a-6a9c22f17b5e" providerId="AD" clId="Web-{04F219DD-9562-01D9-BE9D-A96BCDCC02B0}" dt="2025-09-07T23:10:56.803" v="41"/>
      <pc:docMkLst>
        <pc:docMk/>
      </pc:docMkLst>
      <pc:sldChg chg="addSp delSp modSp">
        <pc:chgData name="David S Eister" userId="S::dseister@syr.edu::d9675fb1-f549-4e94-828a-6a9c22f17b5e" providerId="AD" clId="Web-{04F219DD-9562-01D9-BE9D-A96BCDCC02B0}" dt="2025-09-07T23:08:56.240" v="7" actId="14100"/>
        <pc:sldMkLst>
          <pc:docMk/>
          <pc:sldMk cId="1624347251" sldId="259"/>
        </pc:sldMkLst>
        <pc:spChg chg="mod">
          <ac:chgData name="David S Eister" userId="S::dseister@syr.edu::d9675fb1-f549-4e94-828a-6a9c22f17b5e" providerId="AD" clId="Web-{04F219DD-9562-01D9-BE9D-A96BCDCC02B0}" dt="2025-09-07T23:08:47.458" v="4"/>
          <ac:spMkLst>
            <pc:docMk/>
            <pc:sldMk cId="1624347251" sldId="259"/>
            <ac:spMk id="2" creationId="{44EADEF1-D523-EC35-5D52-0F091ED3F565}"/>
          </ac:spMkLst>
        </pc:spChg>
        <pc:spChg chg="mod">
          <ac:chgData name="David S Eister" userId="S::dseister@syr.edu::d9675fb1-f549-4e94-828a-6a9c22f17b5e" providerId="AD" clId="Web-{04F219DD-9562-01D9-BE9D-A96BCDCC02B0}" dt="2025-09-07T23:08:47.458" v="4"/>
          <ac:spMkLst>
            <pc:docMk/>
            <pc:sldMk cId="1624347251" sldId="259"/>
            <ac:spMk id="4" creationId="{E9A2310A-CFC2-E816-EC47-D71B594E4BBF}"/>
          </ac:spMkLst>
        </pc:spChg>
        <pc:spChg chg="mod">
          <ac:chgData name="David S Eister" userId="S::dseister@syr.edu::d9675fb1-f549-4e94-828a-6a9c22f17b5e" providerId="AD" clId="Web-{04F219DD-9562-01D9-BE9D-A96BCDCC02B0}" dt="2025-09-07T23:08:47.458" v="4"/>
          <ac:spMkLst>
            <pc:docMk/>
            <pc:sldMk cId="1624347251" sldId="259"/>
            <ac:spMk id="5" creationId="{7531ED22-622D-DA17-7545-40843FAEBAC8}"/>
          </ac:spMkLst>
        </pc:spChg>
        <pc:spChg chg="mod">
          <ac:chgData name="David S Eister" userId="S::dseister@syr.edu::d9675fb1-f549-4e94-828a-6a9c22f17b5e" providerId="AD" clId="Web-{04F219DD-9562-01D9-BE9D-A96BCDCC02B0}" dt="2025-09-07T23:08:47.458" v="4"/>
          <ac:spMkLst>
            <pc:docMk/>
            <pc:sldMk cId="1624347251" sldId="259"/>
            <ac:spMk id="6" creationId="{32B456A4-27E5-0E93-DDCE-7128CA117003}"/>
          </ac:spMkLst>
        </pc:spChg>
        <pc:picChg chg="add mod ord">
          <ac:chgData name="David S Eister" userId="S::dseister@syr.edu::d9675fb1-f549-4e94-828a-6a9c22f17b5e" providerId="AD" clId="Web-{04F219DD-9562-01D9-BE9D-A96BCDCC02B0}" dt="2025-09-07T23:08:56.240" v="7" actId="14100"/>
          <ac:picMkLst>
            <pc:docMk/>
            <pc:sldMk cId="1624347251" sldId="259"/>
            <ac:picMk id="7" creationId="{94D34CD4-EE28-CF58-E36E-D3C657E24664}"/>
          </ac:picMkLst>
        </pc:picChg>
      </pc:sldChg>
      <pc:sldChg chg="addSp delSp modSp">
        <pc:chgData name="David S Eister" userId="S::dseister@syr.edu::d9675fb1-f549-4e94-828a-6a9c22f17b5e" providerId="AD" clId="Web-{04F219DD-9562-01D9-BE9D-A96BCDCC02B0}" dt="2025-09-07T23:10:56.803" v="41"/>
        <pc:sldMkLst>
          <pc:docMk/>
          <pc:sldMk cId="1611954166" sldId="260"/>
        </pc:sldMkLst>
        <pc:spChg chg="mod">
          <ac:chgData name="David S Eister" userId="S::dseister@syr.edu::d9675fb1-f549-4e94-828a-6a9c22f17b5e" providerId="AD" clId="Web-{04F219DD-9562-01D9-BE9D-A96BCDCC02B0}" dt="2025-09-07T23:10:56.803" v="41"/>
          <ac:spMkLst>
            <pc:docMk/>
            <pc:sldMk cId="1611954166" sldId="260"/>
            <ac:spMk id="2" creationId="{6AA5801E-6007-5F01-A528-70FDA1F506ED}"/>
          </ac:spMkLst>
        </pc:spChg>
        <pc:spChg chg="mod">
          <ac:chgData name="David S Eister" userId="S::dseister@syr.edu::d9675fb1-f549-4e94-828a-6a9c22f17b5e" providerId="AD" clId="Web-{04F219DD-9562-01D9-BE9D-A96BCDCC02B0}" dt="2025-09-07T23:10:56.803" v="41"/>
          <ac:spMkLst>
            <pc:docMk/>
            <pc:sldMk cId="1611954166" sldId="260"/>
            <ac:spMk id="4" creationId="{668155F4-00F7-3992-F788-11F9218F1D1B}"/>
          </ac:spMkLst>
        </pc:spChg>
        <pc:spChg chg="mod">
          <ac:chgData name="David S Eister" userId="S::dseister@syr.edu::d9675fb1-f549-4e94-828a-6a9c22f17b5e" providerId="AD" clId="Web-{04F219DD-9562-01D9-BE9D-A96BCDCC02B0}" dt="2025-09-07T23:10:56.803" v="41"/>
          <ac:spMkLst>
            <pc:docMk/>
            <pc:sldMk cId="1611954166" sldId="260"/>
            <ac:spMk id="5" creationId="{8337BA97-A231-99BA-0D89-009990A14A1A}"/>
          </ac:spMkLst>
        </pc:spChg>
        <pc:spChg chg="mod">
          <ac:chgData name="David S Eister" userId="S::dseister@syr.edu::d9675fb1-f549-4e94-828a-6a9c22f17b5e" providerId="AD" clId="Web-{04F219DD-9562-01D9-BE9D-A96BCDCC02B0}" dt="2025-09-07T23:10:56.803" v="41"/>
          <ac:spMkLst>
            <pc:docMk/>
            <pc:sldMk cId="1611954166" sldId="260"/>
            <ac:spMk id="6" creationId="{5EABA38F-0415-BAAE-E75D-8404C6608285}"/>
          </ac:spMkLst>
        </pc:spChg>
        <pc:picChg chg="add mod ord">
          <ac:chgData name="David S Eister" userId="S::dseister@syr.edu::d9675fb1-f549-4e94-828a-6a9c22f17b5e" providerId="AD" clId="Web-{04F219DD-9562-01D9-BE9D-A96BCDCC02B0}" dt="2025-09-07T23:10:56.803" v="41"/>
          <ac:picMkLst>
            <pc:docMk/>
            <pc:sldMk cId="1611954166" sldId="260"/>
            <ac:picMk id="7" creationId="{15902C35-EB2D-7DE4-72D0-9502BA5AACF6}"/>
          </ac:picMkLst>
        </pc:picChg>
      </pc:sldChg>
      <pc:sldChg chg="addSp delSp modSp add replId">
        <pc:chgData name="David S Eister" userId="S::dseister@syr.edu::d9675fb1-f549-4e94-828a-6a9c22f17b5e" providerId="AD" clId="Web-{04F219DD-9562-01D9-BE9D-A96BCDCC02B0}" dt="2025-09-07T23:10:30.819" v="32"/>
        <pc:sldMkLst>
          <pc:docMk/>
          <pc:sldMk cId="3552738151" sldId="263"/>
        </pc:sldMkLst>
        <pc:spChg chg="mod">
          <ac:chgData name="David S Eister" userId="S::dseister@syr.edu::d9675fb1-f549-4e94-828a-6a9c22f17b5e" providerId="AD" clId="Web-{04F219DD-9562-01D9-BE9D-A96BCDCC02B0}" dt="2025-09-07T23:10:30.819" v="32"/>
          <ac:spMkLst>
            <pc:docMk/>
            <pc:sldMk cId="3552738151" sldId="263"/>
            <ac:spMk id="2" creationId="{7ED995D6-7BBE-9250-F3EB-DA7C40B279B7}"/>
          </ac:spMkLst>
        </pc:spChg>
        <pc:spChg chg="mod">
          <ac:chgData name="David S Eister" userId="S::dseister@syr.edu::d9675fb1-f549-4e94-828a-6a9c22f17b5e" providerId="AD" clId="Web-{04F219DD-9562-01D9-BE9D-A96BCDCC02B0}" dt="2025-09-07T23:10:30.819" v="32"/>
          <ac:spMkLst>
            <pc:docMk/>
            <pc:sldMk cId="3552738151" sldId="263"/>
            <ac:spMk id="4" creationId="{43E9A222-B41E-DA6B-47D9-44B5D1D4CE5D}"/>
          </ac:spMkLst>
        </pc:spChg>
        <pc:spChg chg="mod">
          <ac:chgData name="David S Eister" userId="S::dseister@syr.edu::d9675fb1-f549-4e94-828a-6a9c22f17b5e" providerId="AD" clId="Web-{04F219DD-9562-01D9-BE9D-A96BCDCC02B0}" dt="2025-09-07T23:10:30.819" v="32"/>
          <ac:spMkLst>
            <pc:docMk/>
            <pc:sldMk cId="3552738151" sldId="263"/>
            <ac:spMk id="5" creationId="{3B50321A-D0A3-94A9-DF9D-702B51E45DF2}"/>
          </ac:spMkLst>
        </pc:spChg>
        <pc:spChg chg="mod">
          <ac:chgData name="David S Eister" userId="S::dseister@syr.edu::d9675fb1-f549-4e94-828a-6a9c22f17b5e" providerId="AD" clId="Web-{04F219DD-9562-01D9-BE9D-A96BCDCC02B0}" dt="2025-09-07T23:10:30.819" v="32"/>
          <ac:spMkLst>
            <pc:docMk/>
            <pc:sldMk cId="3552738151" sldId="263"/>
            <ac:spMk id="6" creationId="{8EB3A795-CCC6-0F75-D0AF-F8E978874D33}"/>
          </ac:spMkLst>
        </pc:spChg>
        <pc:picChg chg="add mod ord">
          <ac:chgData name="David S Eister" userId="S::dseister@syr.edu::d9675fb1-f549-4e94-828a-6a9c22f17b5e" providerId="AD" clId="Web-{04F219DD-9562-01D9-BE9D-A96BCDCC02B0}" dt="2025-09-07T23:10:30.819" v="32"/>
          <ac:picMkLst>
            <pc:docMk/>
            <pc:sldMk cId="3552738151" sldId="263"/>
            <ac:picMk id="15" creationId="{1B723CF1-2262-BB9A-2C70-048C6F0E19E1}"/>
          </ac:picMkLst>
        </pc:picChg>
      </pc:sldChg>
      <pc:sldChg chg="delSp modSp add replId">
        <pc:chgData name="David S Eister" userId="S::dseister@syr.edu::d9675fb1-f549-4e94-828a-6a9c22f17b5e" providerId="AD" clId="Web-{04F219DD-9562-01D9-BE9D-A96BCDCC02B0}" dt="2025-09-07T23:09:45.709" v="21" actId="1076"/>
        <pc:sldMkLst>
          <pc:docMk/>
          <pc:sldMk cId="3282050666" sldId="264"/>
        </pc:sldMkLst>
        <pc:picChg chg="mod">
          <ac:chgData name="David S Eister" userId="S::dseister@syr.edu::d9675fb1-f549-4e94-828a-6a9c22f17b5e" providerId="AD" clId="Web-{04F219DD-9562-01D9-BE9D-A96BCDCC02B0}" dt="2025-09-07T23:09:45.709" v="21" actId="1076"/>
          <ac:picMkLst>
            <pc:docMk/>
            <pc:sldMk cId="3282050666" sldId="264"/>
            <ac:picMk id="7" creationId="{D23E6D86-BE96-DFC7-58DA-2084B6322EC4}"/>
          </ac:picMkLst>
        </pc:picChg>
      </pc:sldChg>
    </pc:docChg>
  </pc:docChgLst>
  <pc:docChgLst>
    <pc:chgData name="Jordan Dubreil" userId="S::jdubreil@syr.edu::637a656d-9c2e-484e-b756-76b025563b40" providerId="AD" clId="Web-{7BE490CD-5E5A-738E-8DB1-E990FD827DD0}"/>
    <pc:docChg chg="addSld delSld modSld">
      <pc:chgData name="Jordan Dubreil" userId="S::jdubreil@syr.edu::637a656d-9c2e-484e-b756-76b025563b40" providerId="AD" clId="Web-{7BE490CD-5E5A-738E-8DB1-E990FD827DD0}" dt="2025-09-14T18:08:32.754" v="203" actId="20577"/>
      <pc:docMkLst>
        <pc:docMk/>
      </pc:docMkLst>
      <pc:sldChg chg="modSp">
        <pc:chgData name="Jordan Dubreil" userId="S::jdubreil@syr.edu::637a656d-9c2e-484e-b756-76b025563b40" providerId="AD" clId="Web-{7BE490CD-5E5A-738E-8DB1-E990FD827DD0}" dt="2025-09-14T17:57:59.842" v="124" actId="20577"/>
        <pc:sldMkLst>
          <pc:docMk/>
          <pc:sldMk cId="3238152879" sldId="267"/>
        </pc:sldMkLst>
        <pc:spChg chg="mod">
          <ac:chgData name="Jordan Dubreil" userId="S::jdubreil@syr.edu::637a656d-9c2e-484e-b756-76b025563b40" providerId="AD" clId="Web-{7BE490CD-5E5A-738E-8DB1-E990FD827DD0}" dt="2025-09-14T17:57:59.842" v="124" actId="20577"/>
          <ac:spMkLst>
            <pc:docMk/>
            <pc:sldMk cId="3238152879" sldId="267"/>
            <ac:spMk id="3" creationId="{DFEF2B52-69B8-0F5F-F562-145F52103B24}"/>
          </ac:spMkLst>
        </pc:spChg>
      </pc:sldChg>
      <pc:sldChg chg="addSp modSp new mod modClrScheme chgLayout">
        <pc:chgData name="Jordan Dubreil" userId="S::jdubreil@syr.edu::637a656d-9c2e-484e-b756-76b025563b40" providerId="AD" clId="Web-{7BE490CD-5E5A-738E-8DB1-E990FD827DD0}" dt="2025-09-14T18:08:32.754" v="203" actId="20577"/>
        <pc:sldMkLst>
          <pc:docMk/>
          <pc:sldMk cId="1159401806" sldId="268"/>
        </pc:sldMkLst>
        <pc:spChg chg="mod ord">
          <ac:chgData name="Jordan Dubreil" userId="S::jdubreil@syr.edu::637a656d-9c2e-484e-b756-76b025563b40" providerId="AD" clId="Web-{7BE490CD-5E5A-738E-8DB1-E990FD827DD0}" dt="2025-09-14T18:06:41.763" v="175" actId="20577"/>
          <ac:spMkLst>
            <pc:docMk/>
            <pc:sldMk cId="1159401806" sldId="268"/>
            <ac:spMk id="2" creationId="{07D7D8D6-8B5C-0745-645B-C4F1E82AA866}"/>
          </ac:spMkLst>
        </pc:spChg>
        <pc:spChg chg="mod ord">
          <ac:chgData name="Jordan Dubreil" userId="S::jdubreil@syr.edu::637a656d-9c2e-484e-b756-76b025563b40" providerId="AD" clId="Web-{7BE490CD-5E5A-738E-8DB1-E990FD827DD0}" dt="2025-09-14T18:08:05.128" v="199" actId="20577"/>
          <ac:spMkLst>
            <pc:docMk/>
            <pc:sldMk cId="1159401806" sldId="268"/>
            <ac:spMk id="3" creationId="{57BEADEB-39E8-4353-AF50-AC8A665922A7}"/>
          </ac:spMkLst>
        </pc:spChg>
        <pc:spChg chg="mod ord">
          <ac:chgData name="Jordan Dubreil" userId="S::jdubreil@syr.edu::637a656d-9c2e-484e-b756-76b025563b40" providerId="AD" clId="Web-{7BE490CD-5E5A-738E-8DB1-E990FD827DD0}" dt="2025-09-14T18:02:09.378" v="130"/>
          <ac:spMkLst>
            <pc:docMk/>
            <pc:sldMk cId="1159401806" sldId="268"/>
            <ac:spMk id="4" creationId="{B18C7F51-F2CB-95A2-FE89-67D57992A4FD}"/>
          </ac:spMkLst>
        </pc:spChg>
        <pc:spChg chg="mod ord">
          <ac:chgData name="Jordan Dubreil" userId="S::jdubreil@syr.edu::637a656d-9c2e-484e-b756-76b025563b40" providerId="AD" clId="Web-{7BE490CD-5E5A-738E-8DB1-E990FD827DD0}" dt="2025-09-14T18:02:09.378" v="130"/>
          <ac:spMkLst>
            <pc:docMk/>
            <pc:sldMk cId="1159401806" sldId="268"/>
            <ac:spMk id="5" creationId="{617199C3-CE19-9773-4E76-700C02130230}"/>
          </ac:spMkLst>
        </pc:spChg>
        <pc:spChg chg="mod ord">
          <ac:chgData name="Jordan Dubreil" userId="S::jdubreil@syr.edu::637a656d-9c2e-484e-b756-76b025563b40" providerId="AD" clId="Web-{7BE490CD-5E5A-738E-8DB1-E990FD827DD0}" dt="2025-09-14T18:02:09.378" v="130"/>
          <ac:spMkLst>
            <pc:docMk/>
            <pc:sldMk cId="1159401806" sldId="268"/>
            <ac:spMk id="6" creationId="{DFEA5066-B5F8-C860-A16E-992EDB837100}"/>
          </ac:spMkLst>
        </pc:spChg>
        <pc:spChg chg="add mod ord">
          <ac:chgData name="Jordan Dubreil" userId="S::jdubreil@syr.edu::637a656d-9c2e-484e-b756-76b025563b40" providerId="AD" clId="Web-{7BE490CD-5E5A-738E-8DB1-E990FD827DD0}" dt="2025-09-14T18:08:32.754" v="203" actId="20577"/>
          <ac:spMkLst>
            <pc:docMk/>
            <pc:sldMk cId="1159401806" sldId="268"/>
            <ac:spMk id="7" creationId="{42FCB480-3806-1E9B-CD96-9915C96AD920}"/>
          </ac:spMkLst>
        </pc:spChg>
      </pc:sldChg>
      <pc:sldChg chg="modSp del mod modClrScheme chgLayout">
        <pc:chgData name="Jordan Dubreil" userId="S::jdubreil@syr.edu::637a656d-9c2e-484e-b756-76b025563b40" providerId="AD" clId="Web-{7BE490CD-5E5A-738E-8DB1-E990FD827DD0}" dt="2025-09-14T18:01:51.893" v="128"/>
        <pc:sldMkLst>
          <pc:docMk/>
          <pc:sldMk cId="1482390649" sldId="268"/>
        </pc:sldMkLst>
        <pc:spChg chg="mod ord">
          <ac:chgData name="Jordan Dubreil" userId="S::jdubreil@syr.edu::637a656d-9c2e-484e-b756-76b025563b40" providerId="AD" clId="Web-{7BE490CD-5E5A-738E-8DB1-E990FD827DD0}" dt="2025-09-14T18:01:17.767" v="126"/>
          <ac:spMkLst>
            <pc:docMk/>
            <pc:sldMk cId="1482390649" sldId="268"/>
            <ac:spMk id="2" creationId="{0B01B436-16F9-1326-24C7-5122C6BC7D67}"/>
          </ac:spMkLst>
        </pc:spChg>
        <pc:spChg chg="mod ord">
          <ac:chgData name="Jordan Dubreil" userId="S::jdubreil@syr.edu::637a656d-9c2e-484e-b756-76b025563b40" providerId="AD" clId="Web-{7BE490CD-5E5A-738E-8DB1-E990FD827DD0}" dt="2025-09-14T18:01:39.752" v="127" actId="14100"/>
          <ac:spMkLst>
            <pc:docMk/>
            <pc:sldMk cId="1482390649" sldId="268"/>
            <ac:spMk id="3" creationId="{36982F1F-77CD-EDD5-801C-4CCDC235C592}"/>
          </ac:spMkLst>
        </pc:spChg>
        <pc:spChg chg="mod ord">
          <ac:chgData name="Jordan Dubreil" userId="S::jdubreil@syr.edu::637a656d-9c2e-484e-b756-76b025563b40" providerId="AD" clId="Web-{7BE490CD-5E5A-738E-8DB1-E990FD827DD0}" dt="2025-09-14T18:01:17.767" v="126"/>
          <ac:spMkLst>
            <pc:docMk/>
            <pc:sldMk cId="1482390649" sldId="268"/>
            <ac:spMk id="4" creationId="{5A193E49-4A5D-4383-51D3-5B12BE0DF808}"/>
          </ac:spMkLst>
        </pc:spChg>
        <pc:spChg chg="mod ord">
          <ac:chgData name="Jordan Dubreil" userId="S::jdubreil@syr.edu::637a656d-9c2e-484e-b756-76b025563b40" providerId="AD" clId="Web-{7BE490CD-5E5A-738E-8DB1-E990FD827DD0}" dt="2025-09-14T18:01:17.767" v="126"/>
          <ac:spMkLst>
            <pc:docMk/>
            <pc:sldMk cId="1482390649" sldId="268"/>
            <ac:spMk id="5" creationId="{41AF8D5F-2E92-5BA1-28D7-0D224AB5A264}"/>
          </ac:spMkLst>
        </pc:spChg>
        <pc:spChg chg="mod ord">
          <ac:chgData name="Jordan Dubreil" userId="S::jdubreil@syr.edu::637a656d-9c2e-484e-b756-76b025563b40" providerId="AD" clId="Web-{7BE490CD-5E5A-738E-8DB1-E990FD827DD0}" dt="2025-09-14T18:01:17.767" v="126"/>
          <ac:spMkLst>
            <pc:docMk/>
            <pc:sldMk cId="1482390649" sldId="268"/>
            <ac:spMk id="6" creationId="{AD64EA8E-CFB0-4376-C8AA-528786AF6B8C}"/>
          </ac:spMkLst>
        </pc:spChg>
        <pc:spChg chg="mod ord">
          <ac:chgData name="Jordan Dubreil" userId="S::jdubreil@syr.edu::637a656d-9c2e-484e-b756-76b025563b40" providerId="AD" clId="Web-{7BE490CD-5E5A-738E-8DB1-E990FD827DD0}" dt="2025-09-14T18:01:17.767" v="126"/>
          <ac:spMkLst>
            <pc:docMk/>
            <pc:sldMk cId="1482390649" sldId="268"/>
            <ac:spMk id="7" creationId="{317E07DF-25CF-1009-2D30-3C392F67B76D}"/>
          </ac:spMkLst>
        </pc:spChg>
      </pc:sldChg>
    </pc:docChg>
  </pc:docChgLst>
  <pc:docChgLst>
    <pc:chgData name="David S Eister" userId="S::dseister@syr.edu::d9675fb1-f549-4e94-828a-6a9c22f17b5e" providerId="AD" clId="Web-{6D4DBF6B-4F83-A54D-AB30-45A512A2EC0E}"/>
    <pc:docChg chg="addSld modSld sldOrd">
      <pc:chgData name="David S Eister" userId="S::dseister@syr.edu::d9675fb1-f549-4e94-828a-6a9c22f17b5e" providerId="AD" clId="Web-{6D4DBF6B-4F83-A54D-AB30-45A512A2EC0E}" dt="2025-09-05T01:32:53.629" v="15"/>
      <pc:docMkLst>
        <pc:docMk/>
      </pc:docMkLst>
      <pc:sldChg chg="addSp delSp modSp new mod ord modClrScheme chgLayout">
        <pc:chgData name="David S Eister" userId="S::dseister@syr.edu::d9675fb1-f549-4e94-828a-6a9c22f17b5e" providerId="AD" clId="Web-{6D4DBF6B-4F83-A54D-AB30-45A512A2EC0E}" dt="2025-09-05T01:32:53.629" v="15"/>
        <pc:sldMkLst>
          <pc:docMk/>
          <pc:sldMk cId="4068799736" sldId="262"/>
        </pc:sldMkLst>
        <pc:spChg chg="mod">
          <ac:chgData name="David S Eister" userId="S::dseister@syr.edu::d9675fb1-f549-4e94-828a-6a9c22f17b5e" providerId="AD" clId="Web-{6D4DBF6B-4F83-A54D-AB30-45A512A2EC0E}" dt="2025-09-05T01:32:53.629" v="15"/>
          <ac:spMkLst>
            <pc:docMk/>
            <pc:sldMk cId="4068799736" sldId="262"/>
            <ac:spMk id="2" creationId="{D7BC6F17-CD3C-2CC2-EAD9-1FB4E5B9F6A3}"/>
          </ac:spMkLst>
        </pc:spChg>
        <pc:spChg chg="mod">
          <ac:chgData name="David S Eister" userId="S::dseister@syr.edu::d9675fb1-f549-4e94-828a-6a9c22f17b5e" providerId="AD" clId="Web-{6D4DBF6B-4F83-A54D-AB30-45A512A2EC0E}" dt="2025-09-05T01:32:53.629" v="15"/>
          <ac:spMkLst>
            <pc:docMk/>
            <pc:sldMk cId="4068799736" sldId="262"/>
            <ac:spMk id="4" creationId="{3727C309-D99D-E7C4-1D41-09DB9C91E5E0}"/>
          </ac:spMkLst>
        </pc:spChg>
        <pc:spChg chg="mod">
          <ac:chgData name="David S Eister" userId="S::dseister@syr.edu::d9675fb1-f549-4e94-828a-6a9c22f17b5e" providerId="AD" clId="Web-{6D4DBF6B-4F83-A54D-AB30-45A512A2EC0E}" dt="2025-09-05T01:32:53.629" v="15"/>
          <ac:spMkLst>
            <pc:docMk/>
            <pc:sldMk cId="4068799736" sldId="262"/>
            <ac:spMk id="5" creationId="{DF73126B-4D01-2B17-91B7-873F9E65719C}"/>
          </ac:spMkLst>
        </pc:spChg>
        <pc:spChg chg="mod">
          <ac:chgData name="David S Eister" userId="S::dseister@syr.edu::d9675fb1-f549-4e94-828a-6a9c22f17b5e" providerId="AD" clId="Web-{6D4DBF6B-4F83-A54D-AB30-45A512A2EC0E}" dt="2025-09-05T01:32:53.629" v="15"/>
          <ac:spMkLst>
            <pc:docMk/>
            <pc:sldMk cId="4068799736" sldId="262"/>
            <ac:spMk id="6" creationId="{2A84462C-1DCC-1390-65A1-10433BA72FA0}"/>
          </ac:spMkLst>
        </pc:spChg>
        <pc:picChg chg="add mod ord">
          <ac:chgData name="David S Eister" userId="S::dseister@syr.edu::d9675fb1-f549-4e94-828a-6a9c22f17b5e" providerId="AD" clId="Web-{6D4DBF6B-4F83-A54D-AB30-45A512A2EC0E}" dt="2025-09-05T01:32:53.629" v="15"/>
          <ac:picMkLst>
            <pc:docMk/>
            <pc:sldMk cId="4068799736" sldId="262"/>
            <ac:picMk id="7" creationId="{4FFC3FB8-2EE1-C3DD-1CC4-80704C788712}"/>
          </ac:picMkLst>
        </pc:picChg>
      </pc:sldChg>
    </pc:docChg>
  </pc:docChgLst>
  <pc:docChgLst>
    <pc:chgData name="Andrew Matejcik" userId="S::amatejci@syr.edu::31868038-b6e4-411e-b756-e631b058aa40" providerId="AD" clId="Web-{D5216ABC-AF35-3C45-4653-1D3D746F4716}"/>
    <pc:docChg chg="addSld delSld modSld">
      <pc:chgData name="Andrew Matejcik" userId="S::amatejci@syr.edu::31868038-b6e4-411e-b756-e631b058aa40" providerId="AD" clId="Web-{D5216ABC-AF35-3C45-4653-1D3D746F4716}" dt="2025-09-13T21:13:36.383" v="40" actId="1076"/>
      <pc:docMkLst>
        <pc:docMk/>
      </pc:docMkLst>
      <pc:sldChg chg="modSp del">
        <pc:chgData name="Andrew Matejcik" userId="S::amatejci@syr.edu::31868038-b6e4-411e-b756-e631b058aa40" providerId="AD" clId="Web-{D5216ABC-AF35-3C45-4653-1D3D746F4716}" dt="2025-09-13T21:11:44.569" v="16"/>
        <pc:sldMkLst>
          <pc:docMk/>
          <pc:sldMk cId="3555980539" sldId="261"/>
        </pc:sldMkLst>
        <pc:spChg chg="mod">
          <ac:chgData name="Andrew Matejcik" userId="S::amatejci@syr.edu::31868038-b6e4-411e-b756-e631b058aa40" providerId="AD" clId="Web-{D5216ABC-AF35-3C45-4653-1D3D746F4716}" dt="2025-09-13T21:11:08.975" v="15" actId="20577"/>
          <ac:spMkLst>
            <pc:docMk/>
            <pc:sldMk cId="3555980539" sldId="261"/>
            <ac:spMk id="2" creationId="{C8F5518C-49A3-7026-2D36-F7BD2D220C04}"/>
          </ac:spMkLst>
        </pc:spChg>
      </pc:sldChg>
      <pc:sldChg chg="new del">
        <pc:chgData name="Andrew Matejcik" userId="S::amatejci@syr.edu::31868038-b6e4-411e-b756-e631b058aa40" providerId="AD" clId="Web-{D5216ABC-AF35-3C45-4653-1D3D746F4716}" dt="2025-09-13T21:11:53.288" v="18"/>
        <pc:sldMkLst>
          <pc:docMk/>
          <pc:sldMk cId="1121884469" sldId="266"/>
        </pc:sldMkLst>
      </pc:sldChg>
      <pc:sldChg chg="addSp modSp new">
        <pc:chgData name="Andrew Matejcik" userId="S::amatejci@syr.edu::31868038-b6e4-411e-b756-e631b058aa40" providerId="AD" clId="Web-{D5216ABC-AF35-3C45-4653-1D3D746F4716}" dt="2025-09-13T21:13:36.383" v="40" actId="1076"/>
        <pc:sldMkLst>
          <pc:docMk/>
          <pc:sldMk cId="2587287967" sldId="266"/>
        </pc:sldMkLst>
        <pc:spChg chg="mod">
          <ac:chgData name="Andrew Matejcik" userId="S::amatejci@syr.edu::31868038-b6e4-411e-b756-e631b058aa40" providerId="AD" clId="Web-{D5216ABC-AF35-3C45-4653-1D3D746F4716}" dt="2025-09-13T21:13:36.383" v="40" actId="1076"/>
          <ac:spMkLst>
            <pc:docMk/>
            <pc:sldMk cId="2587287967" sldId="266"/>
            <ac:spMk id="2" creationId="{CBC7D9F6-CC4D-704C-97FE-C400A752E7CE}"/>
          </ac:spMkLst>
        </pc:spChg>
        <pc:picChg chg="add mod">
          <ac:chgData name="Andrew Matejcik" userId="S::amatejci@syr.edu::31868038-b6e4-411e-b756-e631b058aa40" providerId="AD" clId="Web-{D5216ABC-AF35-3C45-4653-1D3D746F4716}" dt="2025-09-13T21:13:32.555" v="39" actId="1076"/>
          <ac:picMkLst>
            <pc:docMk/>
            <pc:sldMk cId="2587287967" sldId="266"/>
            <ac:picMk id="6" creationId="{62EBB0C3-2EA6-CDBE-5ABD-40DF7368312B}"/>
          </ac:picMkLst>
        </pc:picChg>
      </pc:sldChg>
    </pc:docChg>
  </pc:docChgLst>
  <pc:docChgLst>
    <pc:chgData name="Andrew Matejcik" userId="S::amatejci@syr.edu::31868038-b6e4-411e-b756-e631b058aa40" providerId="AD" clId="Web-{D6148D4F-12A6-1B0C-8F91-29544FD511CB}"/>
    <pc:docChg chg="addSld modSld">
      <pc:chgData name="Andrew Matejcik" userId="S::amatejci@syr.edu::31868038-b6e4-411e-b756-e631b058aa40" providerId="AD" clId="Web-{D6148D4F-12A6-1B0C-8F91-29544FD511CB}" dt="2025-09-11T21:52:08.176" v="111" actId="1076"/>
      <pc:docMkLst>
        <pc:docMk/>
      </pc:docMkLst>
      <pc:sldChg chg="modSp">
        <pc:chgData name="Andrew Matejcik" userId="S::amatejci@syr.edu::31868038-b6e4-411e-b756-e631b058aa40" providerId="AD" clId="Web-{D6148D4F-12A6-1B0C-8F91-29544FD511CB}" dt="2025-09-11T21:45:30.847" v="6" actId="1076"/>
        <pc:sldMkLst>
          <pc:docMk/>
          <pc:sldMk cId="1624347251" sldId="259"/>
        </pc:sldMkLst>
        <pc:spChg chg="mod">
          <ac:chgData name="Andrew Matejcik" userId="S::amatejci@syr.edu::31868038-b6e4-411e-b756-e631b058aa40" providerId="AD" clId="Web-{D6148D4F-12A6-1B0C-8F91-29544FD511CB}" dt="2025-09-11T21:45:22.316" v="4" actId="1076"/>
          <ac:spMkLst>
            <pc:docMk/>
            <pc:sldMk cId="1624347251" sldId="259"/>
            <ac:spMk id="2" creationId="{44EADEF1-D523-EC35-5D52-0F091ED3F565}"/>
          </ac:spMkLst>
        </pc:spChg>
        <pc:picChg chg="mod">
          <ac:chgData name="Andrew Matejcik" userId="S::amatejci@syr.edu::31868038-b6e4-411e-b756-e631b058aa40" providerId="AD" clId="Web-{D6148D4F-12A6-1B0C-8F91-29544FD511CB}" dt="2025-09-11T21:45:30.847" v="6" actId="1076"/>
          <ac:picMkLst>
            <pc:docMk/>
            <pc:sldMk cId="1624347251" sldId="259"/>
            <ac:picMk id="7" creationId="{94D34CD4-EE28-CF58-E36E-D3C657E24664}"/>
          </ac:picMkLst>
        </pc:picChg>
      </pc:sldChg>
      <pc:sldChg chg="addSp delSp modSp new">
        <pc:chgData name="Andrew Matejcik" userId="S::amatejci@syr.edu::31868038-b6e4-411e-b756-e631b058aa40" providerId="AD" clId="Web-{D6148D4F-12A6-1B0C-8F91-29544FD511CB}" dt="2025-09-11T21:52:08.176" v="111" actId="1076"/>
        <pc:sldMkLst>
          <pc:docMk/>
          <pc:sldMk cId="3142668704" sldId="265"/>
        </pc:sldMkLst>
        <pc:spChg chg="mod">
          <ac:chgData name="Andrew Matejcik" userId="S::amatejci@syr.edu::31868038-b6e4-411e-b756-e631b058aa40" providerId="AD" clId="Web-{D6148D4F-12A6-1B0C-8F91-29544FD511CB}" dt="2025-09-11T21:45:52.191" v="16" actId="20577"/>
          <ac:spMkLst>
            <pc:docMk/>
            <pc:sldMk cId="3142668704" sldId="265"/>
            <ac:spMk id="2" creationId="{490E002B-A936-B8A1-8EF9-05E51610200D}"/>
          </ac:spMkLst>
        </pc:spChg>
        <pc:spChg chg="mod">
          <ac:chgData name="Andrew Matejcik" userId="S::amatejci@syr.edu::31868038-b6e4-411e-b756-e631b058aa40" providerId="AD" clId="Web-{D6148D4F-12A6-1B0C-8F91-29544FD511CB}" dt="2025-09-11T21:51:52.457" v="110" actId="20577"/>
          <ac:spMkLst>
            <pc:docMk/>
            <pc:sldMk cId="3142668704" sldId="265"/>
            <ac:spMk id="3" creationId="{ACDB8E1B-A782-7617-5DAB-0E4E55306516}"/>
          </ac:spMkLst>
        </pc:spChg>
        <pc:spChg chg="add mod">
          <ac:chgData name="Andrew Matejcik" userId="S::amatejci@syr.edu::31868038-b6e4-411e-b756-e631b058aa40" providerId="AD" clId="Web-{D6148D4F-12A6-1B0C-8F91-29544FD511CB}" dt="2025-09-11T21:52:08.176" v="111" actId="1076"/>
          <ac:spMkLst>
            <pc:docMk/>
            <pc:sldMk cId="3142668704" sldId="265"/>
            <ac:spMk id="8" creationId="{150C2282-1AC5-6372-F260-1ED2D904DE1F}"/>
          </ac:spMkLst>
        </pc:spChg>
      </pc:sldChg>
    </pc:docChg>
  </pc:docChgLst>
  <pc:docChgLst>
    <pc:chgData name="Andrew Matejcik" userId="S::amatejci@syr.edu::31868038-b6e4-411e-b756-e631b058aa40" providerId="AD" clId="Web-{8D9081A5-C062-5224-7EE2-5CEDF17C6ED4}"/>
    <pc:docChg chg="mod addSld modSld addMainMaster delMainMaster">
      <pc:chgData name="Andrew Matejcik" userId="S::amatejci@syr.edu::31868038-b6e4-411e-b756-e631b058aa40" providerId="AD" clId="Web-{8D9081A5-C062-5224-7EE2-5CEDF17C6ED4}" dt="2025-08-31T23:40:40.803" v="661" actId="20577"/>
      <pc:docMkLst>
        <pc:docMk/>
      </pc:docMkLst>
      <pc:sldChg chg="addSp modSp mod modClrScheme chgLayout">
        <pc:chgData name="Andrew Matejcik" userId="S::amatejci@syr.edu::31868038-b6e4-411e-b756-e631b058aa40" providerId="AD" clId="Web-{8D9081A5-C062-5224-7EE2-5CEDF17C6ED4}" dt="2025-08-31T22:54:47.126" v="497" actId="1076"/>
        <pc:sldMkLst>
          <pc:docMk/>
          <pc:sldMk cId="109857222" sldId="256"/>
        </pc:sldMkLst>
        <pc:spChg chg="mod ord">
          <ac:chgData name="Andrew Matejcik" userId="S::amatejci@syr.edu::31868038-b6e4-411e-b756-e631b058aa40" providerId="AD" clId="Web-{8D9081A5-C062-5224-7EE2-5CEDF17C6ED4}" dt="2025-08-31T22:48:36.141" v="101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ndrew Matejcik" userId="S::amatejci@syr.edu::31868038-b6e4-411e-b756-e631b058aa40" providerId="AD" clId="Web-{8D9081A5-C062-5224-7EE2-5CEDF17C6ED4}" dt="2025-08-31T22:48:12.937" v="86" actId="14100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Andrew Matejcik" userId="S::amatejci@syr.edu::31868038-b6e4-411e-b756-e631b058aa40" providerId="AD" clId="Web-{8D9081A5-C062-5224-7EE2-5CEDF17C6ED4}" dt="2025-08-31T22:54:36.861" v="492" actId="1076"/>
          <ac:picMkLst>
            <pc:docMk/>
            <pc:sldMk cId="109857222" sldId="256"/>
            <ac:picMk id="4" creationId="{B7D197C0-FFB9-1288-D5EA-AD772A3EF77E}"/>
          </ac:picMkLst>
        </pc:picChg>
        <pc:picChg chg="add mod">
          <ac:chgData name="Andrew Matejcik" userId="S::amatejci@syr.edu::31868038-b6e4-411e-b756-e631b058aa40" providerId="AD" clId="Web-{8D9081A5-C062-5224-7EE2-5CEDF17C6ED4}" dt="2025-08-31T22:54:47.126" v="497" actId="1076"/>
          <ac:picMkLst>
            <pc:docMk/>
            <pc:sldMk cId="109857222" sldId="256"/>
            <ac:picMk id="5" creationId="{89664587-4891-6B59-0499-F84CD6866A2F}"/>
          </ac:picMkLst>
        </pc:picChg>
      </pc:sldChg>
      <pc:sldChg chg="addSp delSp modSp new">
        <pc:chgData name="Andrew Matejcik" userId="S::amatejci@syr.edu::31868038-b6e4-411e-b756-e631b058aa40" providerId="AD" clId="Web-{8D9081A5-C062-5224-7EE2-5CEDF17C6ED4}" dt="2025-08-31T22:57:52.392" v="571" actId="20577"/>
        <pc:sldMkLst>
          <pc:docMk/>
          <pc:sldMk cId="471171389" sldId="257"/>
        </pc:sldMkLst>
        <pc:spChg chg="mod">
          <ac:chgData name="Andrew Matejcik" userId="S::amatejci@syr.edu::31868038-b6e4-411e-b756-e631b058aa40" providerId="AD" clId="Web-{8D9081A5-C062-5224-7EE2-5CEDF17C6ED4}" dt="2025-08-31T22:48:53.578" v="109" actId="20577"/>
          <ac:spMkLst>
            <pc:docMk/>
            <pc:sldMk cId="471171389" sldId="257"/>
            <ac:spMk id="2" creationId="{CBFB978D-DE20-3B23-97EA-A35AECBA4BF6}"/>
          </ac:spMkLst>
        </pc:spChg>
        <pc:spChg chg="mod">
          <ac:chgData name="Andrew Matejcik" userId="S::amatejci@syr.edu::31868038-b6e4-411e-b756-e631b058aa40" providerId="AD" clId="Web-{8D9081A5-C062-5224-7EE2-5CEDF17C6ED4}" dt="2025-08-31T22:57:52.392" v="571" actId="20577"/>
          <ac:spMkLst>
            <pc:docMk/>
            <pc:sldMk cId="471171389" sldId="257"/>
            <ac:spMk id="3" creationId="{67057DA6-163D-DE67-7088-D71769B070FE}"/>
          </ac:spMkLst>
        </pc:spChg>
      </pc:sldChg>
      <pc:sldChg chg="addSp modSp new">
        <pc:chgData name="Andrew Matejcik" userId="S::amatejci@syr.edu::31868038-b6e4-411e-b756-e631b058aa40" providerId="AD" clId="Web-{8D9081A5-C062-5224-7EE2-5CEDF17C6ED4}" dt="2025-08-31T22:58:07.829" v="574" actId="1076"/>
        <pc:sldMkLst>
          <pc:docMk/>
          <pc:sldMk cId="425372785" sldId="258"/>
        </pc:sldMkLst>
        <pc:spChg chg="mod">
          <ac:chgData name="Andrew Matejcik" userId="S::amatejci@syr.edu::31868038-b6e4-411e-b756-e631b058aa40" providerId="AD" clId="Web-{8D9081A5-C062-5224-7EE2-5CEDF17C6ED4}" dt="2025-08-31T22:55:23.329" v="503" actId="20577"/>
          <ac:spMkLst>
            <pc:docMk/>
            <pc:sldMk cId="425372785" sldId="258"/>
            <ac:spMk id="2" creationId="{D4066E98-9763-FC4E-57D3-74B06AEC1FB6}"/>
          </ac:spMkLst>
        </pc:spChg>
        <pc:spChg chg="mod">
          <ac:chgData name="Andrew Matejcik" userId="S::amatejci@syr.edu::31868038-b6e4-411e-b756-e631b058aa40" providerId="AD" clId="Web-{8D9081A5-C062-5224-7EE2-5CEDF17C6ED4}" dt="2025-08-31T22:58:02.642" v="573" actId="20577"/>
          <ac:spMkLst>
            <pc:docMk/>
            <pc:sldMk cId="425372785" sldId="258"/>
            <ac:spMk id="3" creationId="{567E5E2C-F43E-0E79-6175-E6C0A459B0D8}"/>
          </ac:spMkLst>
        </pc:spChg>
        <pc:picChg chg="add mod">
          <ac:chgData name="Andrew Matejcik" userId="S::amatejci@syr.edu::31868038-b6e4-411e-b756-e631b058aa40" providerId="AD" clId="Web-{8D9081A5-C062-5224-7EE2-5CEDF17C6ED4}" dt="2025-08-31T22:58:07.829" v="574" actId="1076"/>
          <ac:picMkLst>
            <pc:docMk/>
            <pc:sldMk cId="425372785" sldId="258"/>
            <ac:picMk id="7" creationId="{24ED8411-2024-42D9-5470-27537EB3EFEE}"/>
          </ac:picMkLst>
        </pc:picChg>
      </pc:sldChg>
      <pc:sldChg chg="modSp new">
        <pc:chgData name="Andrew Matejcik" userId="S::amatejci@syr.edu::31868038-b6e4-411e-b756-e631b058aa40" providerId="AD" clId="Web-{8D9081A5-C062-5224-7EE2-5CEDF17C6ED4}" dt="2025-08-31T23:38:37.224" v="603" actId="20577"/>
        <pc:sldMkLst>
          <pc:docMk/>
          <pc:sldMk cId="1624347251" sldId="259"/>
        </pc:sldMkLst>
        <pc:spChg chg="mod">
          <ac:chgData name="Andrew Matejcik" userId="S::amatejci@syr.edu::31868038-b6e4-411e-b756-e631b058aa40" providerId="AD" clId="Web-{8D9081A5-C062-5224-7EE2-5CEDF17C6ED4}" dt="2025-08-31T23:38:29.349" v="587" actId="20577"/>
          <ac:spMkLst>
            <pc:docMk/>
            <pc:sldMk cId="1624347251" sldId="259"/>
            <ac:spMk id="2" creationId="{44EADEF1-D523-EC35-5D52-0F091ED3F565}"/>
          </ac:spMkLst>
        </pc:spChg>
      </pc:sldChg>
      <pc:sldChg chg="modSp new">
        <pc:chgData name="Andrew Matejcik" userId="S::amatejci@syr.edu::31868038-b6e4-411e-b756-e631b058aa40" providerId="AD" clId="Web-{8D9081A5-C062-5224-7EE2-5CEDF17C6ED4}" dt="2025-08-31T23:39:33.083" v="646" actId="20577"/>
        <pc:sldMkLst>
          <pc:docMk/>
          <pc:sldMk cId="1611954166" sldId="260"/>
        </pc:sldMkLst>
        <pc:spChg chg="mod">
          <ac:chgData name="Andrew Matejcik" userId="S::amatejci@syr.edu::31868038-b6e4-411e-b756-e631b058aa40" providerId="AD" clId="Web-{8D9081A5-C062-5224-7EE2-5CEDF17C6ED4}" dt="2025-08-31T23:39:33.083" v="646" actId="20577"/>
          <ac:spMkLst>
            <pc:docMk/>
            <pc:sldMk cId="1611954166" sldId="260"/>
            <ac:spMk id="2" creationId="{6AA5801E-6007-5F01-A528-70FDA1F506ED}"/>
          </ac:spMkLst>
        </pc:spChg>
      </pc:sldChg>
      <pc:sldChg chg="modSp new">
        <pc:chgData name="Andrew Matejcik" userId="S::amatejci@syr.edu::31868038-b6e4-411e-b756-e631b058aa40" providerId="AD" clId="Web-{8D9081A5-C062-5224-7EE2-5CEDF17C6ED4}" dt="2025-08-31T23:40:40.803" v="661" actId="20577"/>
        <pc:sldMkLst>
          <pc:docMk/>
          <pc:sldMk cId="3555980539" sldId="261"/>
        </pc:sldMkLst>
      </pc:sldChg>
      <pc:sldMasterChg chg="del delSldLayout">
        <pc:chgData name="Andrew Matejcik" userId="S::amatejci@syr.edu::31868038-b6e4-411e-b756-e631b058aa40" providerId="AD" clId="Web-{8D9081A5-C062-5224-7EE2-5CEDF17C6ED4}" dt="2025-08-31T22:45:47.707" v="0"/>
        <pc:sldMasterMkLst>
          <pc:docMk/>
          <pc:sldMasterMk cId="2460954070" sldId="2147483660"/>
        </pc:sldMasterMkLst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ndrew Matejcik" userId="S::amatejci@syr.edu::31868038-b6e4-411e-b756-e631b058aa40" providerId="AD" clId="Web-{8D9081A5-C062-5224-7EE2-5CEDF17C6ED4}" dt="2025-08-31T22:45:47.707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5:49.848" v="1"/>
        <pc:sldMasterMkLst>
          <pc:docMk/>
          <pc:sldMasterMk cId="2578550865" sldId="2147483672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895682013" sldId="214748367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985173955" sldId="214748367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3126124464" sldId="214748367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3819915197" sldId="214748367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2513738409" sldId="214748367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1736522983" sldId="214748367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3319137046" sldId="214748367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3412750131" sldId="214748368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906577272" sldId="214748368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3473562263" sldId="214748368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49.848" v="1"/>
          <pc:sldLayoutMkLst>
            <pc:docMk/>
            <pc:sldMasterMk cId="2578550865" sldId="2147483672"/>
            <pc:sldLayoutMk cId="2843339275" sldId="2147483683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5:51.426" v="2"/>
        <pc:sldMasterMkLst>
          <pc:docMk/>
          <pc:sldMasterMk cId="2737805888" sldId="2147483684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2933136365" sldId="214748368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684059903" sldId="214748368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977364937" sldId="214748368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2551217149" sldId="214748368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3897001832" sldId="214748368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3969626792" sldId="214748369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364366968" sldId="214748369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2317345514" sldId="214748369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3547914399" sldId="214748369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2671046190" sldId="214748369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1.426" v="2"/>
          <pc:sldLayoutMkLst>
            <pc:docMk/>
            <pc:sldMasterMk cId="2737805888" sldId="2147483684"/>
            <pc:sldLayoutMk cId="3643299643" sldId="2147483695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5:53.817" v="3"/>
        <pc:sldMasterMkLst>
          <pc:docMk/>
          <pc:sldMasterMk cId="338818933" sldId="2147483696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3408788268" sldId="214748369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469801521" sldId="214748369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3808421614" sldId="214748369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2944993973" sldId="214748370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3884279408" sldId="214748370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4212385183" sldId="214748370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3956581259" sldId="214748370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2037562928" sldId="214748370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1993442868" sldId="214748370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642980511" sldId="214748370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5:53.817" v="3"/>
          <pc:sldLayoutMkLst>
            <pc:docMk/>
            <pc:sldMasterMk cId="338818933" sldId="2147483696"/>
            <pc:sldLayoutMk cId="4002596164" sldId="2147483707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6:04.256" v="4"/>
        <pc:sldMasterMkLst>
          <pc:docMk/>
          <pc:sldMasterMk cId="1904677696" sldId="2147483708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1630943578" sldId="214748370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2318117311" sldId="214748371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1745971006" sldId="214748371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3692526627" sldId="214748371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4192977357" sldId="214748371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3107719180" sldId="214748371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3471659090" sldId="214748371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1699266461" sldId="214748371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3183829599" sldId="214748371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3709558675" sldId="214748371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04.256" v="4"/>
          <pc:sldLayoutMkLst>
            <pc:docMk/>
            <pc:sldMasterMk cId="1904677696" sldId="2147483708"/>
            <pc:sldLayoutMk cId="4031244287" sldId="2147483719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6:22.852" v="6"/>
        <pc:sldMasterMkLst>
          <pc:docMk/>
          <pc:sldMasterMk cId="4269703875" sldId="2147483720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401707241" sldId="214748372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1328708075" sldId="214748372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4278181229" sldId="214748372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984445138" sldId="214748372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3674410915" sldId="214748372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1168414294" sldId="214748372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3366607756" sldId="214748372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3551517677" sldId="214748372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39482815" sldId="214748372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2599522394" sldId="214748373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2.852" v="6"/>
          <pc:sldLayoutMkLst>
            <pc:docMk/>
            <pc:sldMasterMk cId="4269703875" sldId="2147483720"/>
            <pc:sldLayoutMk cId="872209025" sldId="2147483731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6:29.212" v="7"/>
        <pc:sldMasterMkLst>
          <pc:docMk/>
          <pc:sldMasterMk cId="2937527958" sldId="2147483732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284723749" sldId="214748373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422513536" sldId="214748373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2978481072" sldId="214748373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1179593040" sldId="214748373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656338972" sldId="214748373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3936986352" sldId="214748373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1382895426" sldId="214748373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1829705132" sldId="214748374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423299495" sldId="214748374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493087115" sldId="214748374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6:29.212" v="7"/>
          <pc:sldLayoutMkLst>
            <pc:docMk/>
            <pc:sldMasterMk cId="2937527958" sldId="2147483732"/>
            <pc:sldLayoutMk cId="1817265066" sldId="2147483743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7:08.545" v="32"/>
        <pc:sldMasterMkLst>
          <pc:docMk/>
          <pc:sldMasterMk cId="3196933753" sldId="2147483744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2648124608" sldId="214748374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2498930268" sldId="214748374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2487101231" sldId="214748374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705194886" sldId="214748374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3461065187" sldId="214748374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1963099983" sldId="214748375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1957400444" sldId="214748375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509860890" sldId="214748375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1555011127" sldId="214748375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3828121046" sldId="214748375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08.545" v="32"/>
          <pc:sldLayoutMkLst>
            <pc:docMk/>
            <pc:sldMasterMk cId="3196933753" sldId="2147483744"/>
            <pc:sldLayoutMk cId="2505063454" sldId="2147483755"/>
          </pc:sldLayoutMkLst>
        </pc:sldLayoutChg>
      </pc:sldMasterChg>
      <pc:sldMasterChg chg="add del addSldLayout delSldLayout modSldLayout">
        <pc:chgData name="Andrew Matejcik" userId="S::amatejci@syr.edu::31868038-b6e4-411e-b756-e631b058aa40" providerId="AD" clId="Web-{8D9081A5-C062-5224-7EE2-5CEDF17C6ED4}" dt="2025-08-31T22:47:12.310" v="33"/>
        <pc:sldMasterMkLst>
          <pc:docMk/>
          <pc:sldMasterMk cId="977965949" sldId="2147483756"/>
        </pc:sldMasterMkLst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3778569608" sldId="2147483757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483592968" sldId="2147483758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2690313448" sldId="2147483759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3878017283" sldId="2147483760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2732935599" sldId="2147483761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2155661419" sldId="2147483762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3283597193" sldId="2147483763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1410411869" sldId="2147483764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4202021945" sldId="2147483765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3629395238" sldId="2147483766"/>
          </pc:sldLayoutMkLst>
        </pc:sldLayoutChg>
        <pc:sldLayoutChg chg="add del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977965949" sldId="2147483756"/>
            <pc:sldLayoutMk cId="1327866304" sldId="2147483767"/>
          </pc:sldLayoutMkLst>
        </pc:sldLayoutChg>
      </pc:sldMasterChg>
      <pc:sldMasterChg chg="add addSldLayout modSldLayout">
        <pc:chgData name="Andrew Matejcik" userId="S::amatejci@syr.edu::31868038-b6e4-411e-b756-e631b058aa40" providerId="AD" clId="Web-{8D9081A5-C062-5224-7EE2-5CEDF17C6ED4}" dt="2025-08-31T22:47:12.310" v="33"/>
        <pc:sldMasterMkLst>
          <pc:docMk/>
          <pc:sldMasterMk cId="2260147616" sldId="2147483768"/>
        </pc:sldMasterMkLst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2766774595" sldId="2147483769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2442878549" sldId="2147483770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256629609" sldId="2147483771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1812352726" sldId="2147483772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2428780416" sldId="2147483773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944981353" sldId="2147483774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2239589008" sldId="2147483775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1424669282" sldId="2147483776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4284457583" sldId="2147483777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3718493319" sldId="2147483778"/>
          </pc:sldLayoutMkLst>
        </pc:sldLayoutChg>
        <pc:sldLayoutChg chg="add mod replId">
          <pc:chgData name="Andrew Matejcik" userId="S::amatejci@syr.edu::31868038-b6e4-411e-b756-e631b058aa40" providerId="AD" clId="Web-{8D9081A5-C062-5224-7EE2-5CEDF17C6ED4}" dt="2025-08-31T22:47:12.310" v="33"/>
          <pc:sldLayoutMkLst>
            <pc:docMk/>
            <pc:sldMasterMk cId="2260147616" sldId="2147483768"/>
            <pc:sldLayoutMk cId="3211209383" sldId="2147483779"/>
          </pc:sldLayoutMkLst>
        </pc:sldLayoutChg>
      </pc:sldMasterChg>
    </pc:docChg>
  </pc:docChgLst>
  <pc:docChgLst>
    <pc:chgData name="Jordan Dubreil" userId="S::jdubreil@syr.edu::637a656d-9c2e-484e-b756-76b025563b40" providerId="AD" clId="Web-{430B62B6-10AE-437F-96EB-43B453ECD854}"/>
    <pc:docChg chg="addSld modSld">
      <pc:chgData name="Jordan Dubreil" userId="S::jdubreil@syr.edu::637a656d-9c2e-484e-b756-76b025563b40" providerId="AD" clId="Web-{430B62B6-10AE-437F-96EB-43B453ECD854}" dt="2025-09-14T15:43:28.927" v="35" actId="20577"/>
      <pc:docMkLst>
        <pc:docMk/>
      </pc:docMkLst>
      <pc:sldChg chg="addSp delSp modSp new mod modClrScheme chgLayout">
        <pc:chgData name="Jordan Dubreil" userId="S::jdubreil@syr.edu::637a656d-9c2e-484e-b756-76b025563b40" providerId="AD" clId="Web-{430B62B6-10AE-437F-96EB-43B453ECD854}" dt="2025-09-14T15:40:21.686" v="21"/>
        <pc:sldMkLst>
          <pc:docMk/>
          <pc:sldMk cId="3238152879" sldId="267"/>
        </pc:sldMkLst>
        <pc:spChg chg="mod ord">
          <ac:chgData name="Jordan Dubreil" userId="S::jdubreil@syr.edu::637a656d-9c2e-484e-b756-76b025563b40" providerId="AD" clId="Web-{430B62B6-10AE-437F-96EB-43B453ECD854}" dt="2025-09-14T15:40:21.686" v="21"/>
          <ac:spMkLst>
            <pc:docMk/>
            <pc:sldMk cId="3238152879" sldId="267"/>
            <ac:spMk id="2" creationId="{9E637CBD-798B-C183-9214-1EF90EB59E8B}"/>
          </ac:spMkLst>
        </pc:spChg>
        <pc:spChg chg="mod ord">
          <ac:chgData name="Jordan Dubreil" userId="S::jdubreil@syr.edu::637a656d-9c2e-484e-b756-76b025563b40" providerId="AD" clId="Web-{430B62B6-10AE-437F-96EB-43B453ECD854}" dt="2025-09-14T15:40:21.686" v="21"/>
          <ac:spMkLst>
            <pc:docMk/>
            <pc:sldMk cId="3238152879" sldId="267"/>
            <ac:spMk id="3" creationId="{DFEF2B52-69B8-0F5F-F562-145F52103B24}"/>
          </ac:spMkLst>
        </pc:spChg>
        <pc:spChg chg="mod ord">
          <ac:chgData name="Jordan Dubreil" userId="S::jdubreil@syr.edu::637a656d-9c2e-484e-b756-76b025563b40" providerId="AD" clId="Web-{430B62B6-10AE-437F-96EB-43B453ECD854}" dt="2025-09-14T15:40:21.686" v="21"/>
          <ac:spMkLst>
            <pc:docMk/>
            <pc:sldMk cId="3238152879" sldId="267"/>
            <ac:spMk id="4" creationId="{2F25C216-FA85-D1D3-5623-FDF0CD239F46}"/>
          </ac:spMkLst>
        </pc:spChg>
        <pc:spChg chg="mod ord">
          <ac:chgData name="Jordan Dubreil" userId="S::jdubreil@syr.edu::637a656d-9c2e-484e-b756-76b025563b40" providerId="AD" clId="Web-{430B62B6-10AE-437F-96EB-43B453ECD854}" dt="2025-09-14T15:40:21.686" v="21"/>
          <ac:spMkLst>
            <pc:docMk/>
            <pc:sldMk cId="3238152879" sldId="267"/>
            <ac:spMk id="5" creationId="{42E95390-963E-DCFE-23E1-8F27CAFFF0F6}"/>
          </ac:spMkLst>
        </pc:spChg>
        <pc:spChg chg="mod ord">
          <ac:chgData name="Jordan Dubreil" userId="S::jdubreil@syr.edu::637a656d-9c2e-484e-b756-76b025563b40" providerId="AD" clId="Web-{430B62B6-10AE-437F-96EB-43B453ECD854}" dt="2025-09-14T15:40:21.686" v="21"/>
          <ac:spMkLst>
            <pc:docMk/>
            <pc:sldMk cId="3238152879" sldId="267"/>
            <ac:spMk id="6" creationId="{573323D4-568A-0371-F605-4B6BF0A049E5}"/>
          </ac:spMkLst>
        </pc:spChg>
        <pc:spChg chg="add del mod ord">
          <ac:chgData name="Jordan Dubreil" userId="S::jdubreil@syr.edu::637a656d-9c2e-484e-b756-76b025563b40" providerId="AD" clId="Web-{430B62B6-10AE-437F-96EB-43B453ECD854}" dt="2025-09-14T15:40:21.686" v="21"/>
          <ac:spMkLst>
            <pc:docMk/>
            <pc:sldMk cId="3238152879" sldId="267"/>
            <ac:spMk id="7" creationId="{83B5A959-A3C2-0212-4D4E-131FF868AB77}"/>
          </ac:spMkLst>
        </pc:spChg>
      </pc:sldChg>
      <pc:sldChg chg="modSp new">
        <pc:chgData name="Jordan Dubreil" userId="S::jdubreil@syr.edu::637a656d-9c2e-484e-b756-76b025563b40" providerId="AD" clId="Web-{430B62B6-10AE-437F-96EB-43B453ECD854}" dt="2025-09-14T15:43:28.927" v="35" actId="20577"/>
        <pc:sldMkLst>
          <pc:docMk/>
          <pc:sldMk cId="1482390649" sldId="268"/>
        </pc:sldMkLst>
        <pc:spChg chg="mod">
          <ac:chgData name="Jordan Dubreil" userId="S::jdubreil@syr.edu::637a656d-9c2e-484e-b756-76b025563b40" providerId="AD" clId="Web-{430B62B6-10AE-437F-96EB-43B453ECD854}" dt="2025-09-14T15:38:51.417" v="20" actId="20577"/>
          <ac:spMkLst>
            <pc:docMk/>
            <pc:sldMk cId="1482390649" sldId="268"/>
            <ac:spMk id="2" creationId="{0B01B436-16F9-1326-24C7-5122C6BC7D67}"/>
          </ac:spMkLst>
        </pc:spChg>
        <pc:spChg chg="mod">
          <ac:chgData name="Jordan Dubreil" userId="S::jdubreil@syr.edu::637a656d-9c2e-484e-b756-76b025563b40" providerId="AD" clId="Web-{430B62B6-10AE-437F-96EB-43B453ECD854}" dt="2025-09-14T15:41:28.782" v="31" actId="20577"/>
          <ac:spMkLst>
            <pc:docMk/>
            <pc:sldMk cId="1482390649" sldId="268"/>
            <ac:spMk id="3" creationId="{36982F1F-77CD-EDD5-801C-4CCDC235C592}"/>
          </ac:spMkLst>
        </pc:spChg>
        <pc:spChg chg="mod">
          <ac:chgData name="Jordan Dubreil" userId="S::jdubreil@syr.edu::637a656d-9c2e-484e-b756-76b025563b40" providerId="AD" clId="Web-{430B62B6-10AE-437F-96EB-43B453ECD854}" dt="2025-09-14T15:43:28.927" v="35" actId="20577"/>
          <ac:spMkLst>
            <pc:docMk/>
            <pc:sldMk cId="1482390649" sldId="268"/>
            <ac:spMk id="4" creationId="{5A193E49-4A5D-4383-51D3-5B12BE0DF80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745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78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2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3527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8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8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58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6692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57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493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209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14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IST 659 Project Presentation</a:t>
            </a:r>
            <a:br>
              <a:rPr lang="en-US" dirty="0"/>
            </a:br>
            <a:r>
              <a:rPr lang="en-US" dirty="0"/>
              <a:t>Make  the best movie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426" y="4479668"/>
            <a:ext cx="7464741" cy="1311532"/>
          </a:xfrm>
        </p:spPr>
        <p:txBody>
          <a:bodyPr/>
          <a:lstStyle/>
          <a:p>
            <a:r>
              <a:rPr lang="en-US" dirty="0"/>
              <a:t>Group Members: Andrew </a:t>
            </a:r>
            <a:r>
              <a:rPr lang="en-US" dirty="0" err="1"/>
              <a:t>Matejcik</a:t>
            </a:r>
            <a:r>
              <a:rPr lang="en-US" dirty="0"/>
              <a:t>, David Eister, Jordan </a:t>
            </a:r>
            <a:r>
              <a:rPr lang="en-US" dirty="0" err="1"/>
              <a:t>Dubreil</a:t>
            </a:r>
            <a:r>
              <a:rPr lang="en-US" dirty="0"/>
              <a:t> </a:t>
            </a:r>
          </a:p>
        </p:txBody>
      </p:sp>
      <p:pic>
        <p:nvPicPr>
          <p:cNvPr id="4" name="Graphic 3" descr="Video camera with solid fill">
            <a:extLst>
              <a:ext uri="{FF2B5EF4-FFF2-40B4-BE49-F238E27FC236}">
                <a16:creationId xmlns:a16="http://schemas.microsoft.com/office/drawing/2014/main" id="{B7D197C0-FFB9-1288-D5EA-AD772A3EF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0662" y="2682766"/>
            <a:ext cx="2158124" cy="2193158"/>
          </a:xfrm>
          <a:prstGeom prst="rect">
            <a:avLst/>
          </a:prstGeom>
        </p:spPr>
      </p:pic>
      <p:pic>
        <p:nvPicPr>
          <p:cNvPr id="5" name="Graphic 4" descr="Film reel with solid fill">
            <a:extLst>
              <a:ext uri="{FF2B5EF4-FFF2-40B4-BE49-F238E27FC236}">
                <a16:creationId xmlns:a16="http://schemas.microsoft.com/office/drawing/2014/main" id="{89664587-4891-6B59-0499-F84CD6866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5282" y="2586421"/>
            <a:ext cx="2044261" cy="210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978D-DE20-3B23-97EA-A35AECBA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7DA6-163D-DE67-7088-D71769B07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Our team has been tasked with creating a tool for major movie studios to help get butts into seats for the movies!</a:t>
            </a:r>
          </a:p>
          <a:p>
            <a:r>
              <a:rPr lang="en-US" sz="2400" dirty="0"/>
              <a:t>The database will help in assisting the studios create the best formula to generate income and garner publicity to help get people to see the movie. </a:t>
            </a:r>
          </a:p>
          <a:p>
            <a:r>
              <a:rPr lang="en-US" sz="2400" dirty="0"/>
              <a:t>The goal is to be able to mix and match Actors, directors and composers into combinations that help generate the most income and cost the least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D3DC4-1AE5-B119-5F57-6F540BD9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4FD03-296C-4502-A106-FA1320B90E42}" type="datetime1"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F1CCB-C5A1-8861-B723-840F84BD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FD5C-4907-723A-6532-BC5D401F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7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6E98-9763-FC4E-57D3-74B06AEC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E5E2C-F43E-0E79-6175-E6C0A459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This database holds the information for the following: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Actors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Directors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Composers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Movies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Earning reports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dirty="0"/>
              <a:t>Awards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784FC-677A-C221-A217-B0E618A3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2EB57-DE63-40A0-9A7D-750CE70BE6C6}" type="datetime1"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05B90-02A3-6043-94DF-71D8EFE5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058B-86B2-EAD4-6464-C74E95DC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 dirty="0"/>
          </a:p>
        </p:txBody>
      </p:sp>
      <p:pic>
        <p:nvPicPr>
          <p:cNvPr id="7" name="Graphic 6" descr="Popcorn with solid fill">
            <a:extLst>
              <a:ext uri="{FF2B5EF4-FFF2-40B4-BE49-F238E27FC236}">
                <a16:creationId xmlns:a16="http://schemas.microsoft.com/office/drawing/2014/main" id="{24ED8411-2024-42D9-5470-27537EB3E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5957" y="2681037"/>
            <a:ext cx="2548689" cy="254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6F17-CD3C-2CC2-EAD9-1FB4E5B9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US" dirty="0"/>
              <a:t>Logical Model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FC3FB8-2EE1-C3DD-1CC4-80704C788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4808" y="2293126"/>
            <a:ext cx="7382919" cy="363608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7C309-D99D-E7C4-1D41-09DB9C91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769524-6525-4C9F-9D05-54C4E8CF06E4}" type="datetime1">
              <a:rPr lang="en-US"/>
              <a:pPr>
                <a:spcAft>
                  <a:spcPts val="600"/>
                </a:spcAft>
              </a:pPr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126B-4D01-2B17-91B7-873F9E65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4462C-1DCC-1390-65A1-10433BA7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99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DEF1-D523-EC35-5D52-0F091ED3F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97" y="685613"/>
            <a:ext cx="10691265" cy="1371030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Database ERD</a:t>
            </a:r>
            <a:endParaRPr lang="en-US"/>
          </a:p>
        </p:txBody>
      </p:sp>
      <p:pic>
        <p:nvPicPr>
          <p:cNvPr id="7" name="Content Placeholder 6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94D34CD4-EE28-CF58-E36E-D3C657E24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548" y="1372391"/>
            <a:ext cx="8103106" cy="469924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2310A-CFC2-E816-EC47-D71B594E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64FE15C-F096-42BC-99A8-2EA724C972AC}" type="datetime1">
              <a:rPr lang="en-US"/>
              <a:pPr>
                <a:spcAft>
                  <a:spcPts val="600"/>
                </a:spcAft>
              </a:pPr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ED22-622D-DA17-7545-40843FAE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456A4-27E5-0E93-DDCE-7128CA11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4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E002B-A936-B8A1-8EF9-05E51610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8E1B-A782-7617-5DAB-0E4E55306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51" y="1715056"/>
            <a:ext cx="4735404" cy="44331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100" b="1" dirty="0">
                <a:latin typeface="Aptos"/>
                <a:ea typeface="+mn-lt"/>
                <a:cs typeface="+mn-lt"/>
              </a:rPr>
              <a:t>Movies ↔ Earnings Report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One Earnings Report links to one Movie (via Earnings Report Number).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Relationship: 1:1 or 1:N depending on reporting structure.</a:t>
            </a:r>
            <a:endParaRPr lang="en-US" sz="1100">
              <a:latin typeface="Aptos"/>
            </a:endParaRPr>
          </a:p>
          <a:p>
            <a:r>
              <a:rPr lang="en-US" sz="1100" b="1" dirty="0">
                <a:latin typeface="Aptos"/>
                <a:ea typeface="+mn-lt"/>
                <a:cs typeface="+mn-lt"/>
              </a:rPr>
              <a:t>Movies ↔ Directors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Each Movie has one Director.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A Director can direct many Movies.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Relationship: 1:N.</a:t>
            </a:r>
            <a:endParaRPr lang="en-US" sz="1100">
              <a:latin typeface="Aptos"/>
            </a:endParaRPr>
          </a:p>
          <a:p>
            <a:r>
              <a:rPr lang="en-US" sz="1100" b="1" dirty="0">
                <a:latin typeface="Aptos"/>
                <a:ea typeface="+mn-lt"/>
                <a:cs typeface="+mn-lt"/>
              </a:rPr>
              <a:t>Movies ↔ Actors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Each Movie has one Actor (lead?).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An Actor can be in many Movies.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Relationship: 1:N.</a:t>
            </a:r>
            <a:endParaRPr lang="en-US" sz="1100">
              <a:latin typeface="Aptos"/>
            </a:endParaRPr>
          </a:p>
          <a:p>
            <a:r>
              <a:rPr lang="en-US" sz="1100" b="1" dirty="0">
                <a:latin typeface="Aptos"/>
                <a:ea typeface="+mn-lt"/>
                <a:cs typeface="+mn-lt"/>
              </a:rPr>
              <a:t>Movies ↔ Composers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Each Movie has one Composer.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A Composer can score many Movies.</a:t>
            </a:r>
            <a:endParaRPr lang="en-US" sz="1100">
              <a:latin typeface="Aptos"/>
            </a:endParaRPr>
          </a:p>
          <a:p>
            <a:pPr lvl="1"/>
            <a:r>
              <a:rPr lang="en-US" sz="1100" dirty="0">
                <a:latin typeface="Aptos"/>
                <a:ea typeface="+mn-lt"/>
                <a:cs typeface="+mn-lt"/>
              </a:rPr>
              <a:t>Relationship: 1:N.</a:t>
            </a:r>
            <a:endParaRPr lang="en-US" sz="11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A6DA4-CADD-09AC-96FC-1DAF5C9D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B655-5D06-4AEB-BC85-CE6BF4335598}" type="datetime1"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8D426-29C2-5933-CD6C-0321584B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51F8D-C228-7947-3716-69D3774F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C2282-1AC5-6372-F260-1ED2D904DE1F}"/>
              </a:ext>
            </a:extLst>
          </p:cNvPr>
          <p:cNvSpPr txBox="1"/>
          <p:nvPr/>
        </p:nvSpPr>
        <p:spPr>
          <a:xfrm>
            <a:off x="5460124" y="1711434"/>
            <a:ext cx="5668579" cy="35953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Actors ↔ Directors</a:t>
            </a:r>
            <a:endParaRPr lang="en-US" sz="1100" dirty="0">
              <a:latin typeface="Aptos"/>
              <a:ea typeface="+mn-lt"/>
              <a:cs typeface="+mn-lt"/>
            </a:endParaRP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Stored via “Most Worked With” attributes.</a:t>
            </a:r>
          </a:p>
          <a:p>
            <a:pPr marL="742950" lvl="1" indent="-285750">
              <a:lnSpc>
                <a:spcPct val="110000"/>
              </a:lnSpc>
              <a:spcBef>
                <a:spcPts val="500"/>
              </a:spcBef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Relationship: M:N but simplified into FK attributes</a:t>
            </a:r>
          </a:p>
          <a:p>
            <a:pPr marL="171450" indent="-171450">
              <a:buFont typeface="Arial"/>
              <a:buChar char="•"/>
            </a:pPr>
            <a:endParaRPr lang="en-US" sz="1100" b="1" dirty="0">
              <a:latin typeface="Aptos"/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Composers ↔ Directors</a:t>
            </a:r>
            <a:endParaRPr lang="en-US" sz="1100" b="1">
              <a:latin typeface="Aptos"/>
            </a:endParaRPr>
          </a:p>
          <a:p>
            <a:pPr marL="628650" lvl="1" indent="-171450">
              <a:buFont typeface="Arial"/>
              <a:buChar char="•"/>
            </a:pPr>
            <a:endParaRPr lang="en-US" sz="1100" dirty="0">
              <a:latin typeface="Aptos"/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A Composer can have a "Most Worked With Director".</a:t>
            </a:r>
            <a:endParaRPr lang="en-US" sz="1100">
              <a:latin typeface="Aptos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Relationship: 1:1 or N:1.</a:t>
            </a:r>
            <a:endParaRPr lang="en-US" sz="1100">
              <a:latin typeface="Aptos"/>
            </a:endParaRPr>
          </a:p>
          <a:p>
            <a:pPr marL="171450" indent="-171450">
              <a:buFont typeface="Arial"/>
              <a:buChar char="•"/>
            </a:pPr>
            <a:endParaRPr lang="en-US" sz="1100" b="1" dirty="0">
              <a:latin typeface="Aptos"/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 dirty="0">
                <a:latin typeface="Aptos"/>
                <a:ea typeface="+mn-lt"/>
                <a:cs typeface="+mn-lt"/>
              </a:rPr>
              <a:t>Composers ↔ Actors</a:t>
            </a:r>
            <a:endParaRPr lang="en-US" sz="1100">
              <a:latin typeface="Aptos"/>
            </a:endParaRPr>
          </a:p>
          <a:p>
            <a:pPr marL="628650" lvl="1" indent="-171450">
              <a:buFont typeface="Arial"/>
              <a:buChar char="•"/>
            </a:pPr>
            <a:endParaRPr lang="en-US" sz="1100" dirty="0">
              <a:latin typeface="Aptos"/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A Composer can have a "Most Worked With Actor".</a:t>
            </a:r>
            <a:endParaRPr lang="en-US" sz="1100">
              <a:latin typeface="Aptos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Relationship: 1:1 or N:1.</a:t>
            </a:r>
            <a:endParaRPr lang="en-US" sz="1100">
              <a:latin typeface="Aptos"/>
            </a:endParaRPr>
          </a:p>
          <a:p>
            <a:pPr marL="171450" indent="-171450">
              <a:buFont typeface="Arial"/>
              <a:buChar char="•"/>
            </a:pPr>
            <a:endParaRPr lang="en-US" sz="1100" b="1" dirty="0">
              <a:latin typeface="Aptos"/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 dirty="0">
                <a:latin typeface="Aptos"/>
                <a:ea typeface="+mn-lt"/>
                <a:cs typeface="+mn-lt"/>
              </a:rPr>
              <a:t>Awards ↔ Actors/Directors</a:t>
            </a:r>
            <a:endParaRPr lang="en-US" sz="1100">
              <a:latin typeface="Aptos"/>
            </a:endParaRPr>
          </a:p>
          <a:p>
            <a:pPr marL="628650" lvl="1" indent="-171450">
              <a:buFont typeface="Arial"/>
              <a:buChar char="•"/>
            </a:pPr>
            <a:endParaRPr lang="en-US" sz="1100" dirty="0">
              <a:latin typeface="Aptos"/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Awards table references both Actors and Directors (plus Genre and Year).</a:t>
            </a:r>
            <a:endParaRPr lang="en-US" sz="1100">
              <a:latin typeface="Aptos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100" dirty="0">
                <a:latin typeface="Aptos"/>
                <a:ea typeface="+mn-lt"/>
                <a:cs typeface="+mn-lt"/>
              </a:rPr>
              <a:t>Relationship: M:N resolved via Awards.</a:t>
            </a:r>
            <a:endParaRPr lang="en-US" sz="1100" dirty="0">
              <a:latin typeface="Aptos"/>
            </a:endParaRPr>
          </a:p>
          <a:p>
            <a:pPr>
              <a:buFont typeface="Arial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2668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7CBD-798B-C183-9214-1EF90EB59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Data Questions and answers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2B52-69B8-0F5F-F562-145F52103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Who are the top 3 directors in a given genre, by average net earnings?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Who are the top 3 actors in a given genre, based on their average net earnings across movies?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Who are the top 3 composers in a given genre, ranked by average net earnings?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What is the average director price (salary) over selected films, optionally filtered by director, genre, and release year range?”</a:t>
            </a: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C216-FA85-D1D3-5623-FDF0CD23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9DBE3-CC9E-4EC6-B5D2-EEFFE8CF8228}" type="datetime1"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5390-963E-DCFE-23E1-8F27CAFF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323D4-568A-0371-F605-4B6BF0A0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5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D8D6-8B5C-0745-645B-C4F1E82A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Basic layout of all application screens/reports (inputs &amp; outputs)</a:t>
            </a:r>
            <a:endParaRPr lang="en-US" sz="3200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EADEB-39E8-4353-AF50-AC8A665922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u="sng" dirty="0">
                <a:ea typeface="+mn-lt"/>
                <a:cs typeface="+mn-lt"/>
              </a:rPr>
              <a:t>Inputs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Year range, Genre, Top-N, Include/Exclude talent.</a:t>
            </a:r>
          </a:p>
          <a:p>
            <a:r>
              <a:rPr lang="en-US" sz="1400" dirty="0">
                <a:ea typeface="+mn-lt"/>
                <a:cs typeface="+mn-lt"/>
              </a:rPr>
              <a:t>Browse all films with key people and profitability.</a:t>
            </a:r>
          </a:p>
          <a:p>
            <a:r>
              <a:rPr lang="en-US" sz="1400" dirty="0">
                <a:ea typeface="+mn-lt"/>
                <a:cs typeface="+mn-lt"/>
              </a:rPr>
              <a:t>Genre (single/multi), Year range.</a:t>
            </a:r>
          </a:p>
          <a:p>
            <a:r>
              <a:rPr lang="en-US" sz="1400" dirty="0">
                <a:ea typeface="+mn-lt"/>
                <a:cs typeface="+mn-lt"/>
              </a:rPr>
              <a:t>Genre</a:t>
            </a:r>
          </a:p>
          <a:p>
            <a:pPr marL="0" indent="0">
              <a:buNone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FCB480-3806-1E9B-CD96-9915C96AD9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u="sng" dirty="0">
                <a:ea typeface="+mn-lt"/>
                <a:cs typeface="+mn-lt"/>
              </a:rPr>
              <a:t>Outputs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Avg Earnings, Avg Expenses, Avg ROI, #Movies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Movie, Year, Genre, Director, Actor, Composer, </a:t>
            </a:r>
            <a:r>
              <a:rPr lang="en-US" sz="1400" err="1">
                <a:ea typeface="+mn-lt"/>
                <a:cs typeface="+mn-lt"/>
              </a:rPr>
              <a:t>Net_Earnings</a:t>
            </a:r>
            <a:r>
              <a:rPr lang="en-US" sz="1400" dirty="0">
                <a:ea typeface="+mn-lt"/>
                <a:cs typeface="+mn-lt"/>
              </a:rPr>
              <a:t>, Expenses, ROI</a:t>
            </a:r>
          </a:p>
          <a:p>
            <a:r>
              <a:rPr lang="en-US" sz="1400" dirty="0">
                <a:ea typeface="+mn-lt"/>
                <a:cs typeface="+mn-lt"/>
              </a:rPr>
              <a:t>Movie, </a:t>
            </a:r>
            <a:r>
              <a:rPr lang="en-US" sz="1400" dirty="0" err="1">
                <a:ea typeface="+mn-lt"/>
                <a:cs typeface="+mn-lt"/>
              </a:rPr>
              <a:t>Net_Earnings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Avg_All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Avg_By_Genre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Delta_to_Genre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Name, </a:t>
            </a:r>
            <a:r>
              <a:rPr lang="en-US" sz="1400" dirty="0" err="1">
                <a:ea typeface="+mn-lt"/>
                <a:cs typeface="+mn-lt"/>
              </a:rPr>
              <a:t>Movies_Count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Avg_Earnings</a:t>
            </a:r>
            <a:endParaRPr lang="en-US" sz="1400" dirty="0">
              <a:ea typeface="+mn-lt"/>
              <a:cs typeface="+mn-lt"/>
            </a:endParaRPr>
          </a:p>
          <a:p>
            <a:endParaRPr lang="en-US" sz="12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C7F51-F2CB-95A2-FE89-67D57992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D9482-F52B-4F5B-8DDC-EE053B415219}" type="datetime1"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199C3-CE19-9773-4E76-700C0213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A5066-B5F8-C860-A16E-992EDB83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40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801E-6007-5F01-A528-70FDA1F5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US" dirty="0"/>
              <a:t>Examples on how on how  to use  the database for business case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902C35-EB2D-7DE4-72D0-9502BA5A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6946" y="2293126"/>
            <a:ext cx="7458643" cy="363608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155F4-00F7-3992-F788-11F9218F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48C5768-1250-481E-9AD3-1C8E4BE28D29}" type="datetime1">
              <a:pPr>
                <a:spcAft>
                  <a:spcPts val="600"/>
                </a:spcAft>
              </a:pPr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BA97-A231-99BA-0D89-009990A1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BA38F-0415-BAAE-E75D-8404C660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5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AF01-FEDC-C4CB-9E6D-FAF573FD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95D6-7BBE-9250-F3EB-DA7C40B2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 anchor="t">
            <a:normAutofit/>
          </a:bodyPr>
          <a:lstStyle/>
          <a:p>
            <a:r>
              <a:rPr lang="en-US" dirty="0"/>
              <a:t>Examples on how on how  to use  the database for business case</a:t>
            </a: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723CF1-2262-BB9A-2C70-048C6F0E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2948495"/>
            <a:ext cx="10691265" cy="232535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9A222-B41E-DA6B-47D9-44B5D1D4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48C5768-1250-481E-9AD3-1C8E4BE28D29}" type="datetime1">
              <a:rPr lang="en-US"/>
              <a:pPr>
                <a:spcAft>
                  <a:spcPts val="600"/>
                </a:spcAft>
              </a:pPr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0321A-D0A3-94A9-DF9D-702B51E4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3A795-CCC6-0F75-D0AF-F8E97887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3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4D4A-89A2-84CD-230B-8D202C0A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1C76-365B-5FA8-53EA-CE20147E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on how on how  to use  the database for business case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3E6D86-BE96-DFC7-58DA-2084B6322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261" y="2293126"/>
            <a:ext cx="7472975" cy="36360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AA7DC-0E98-411A-9E72-AF3762E1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768-1250-481E-9AD3-1C8E4BE28D29}" type="datetime1"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4BC8E-08E7-6881-BD32-9E3A4428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A1D17-612A-85D0-870D-BA2585DF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05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D9F6-CC4D-704C-97FE-C400A752E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97" y="1228538"/>
            <a:ext cx="10691265" cy="1371030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Conclusion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EB51A-AAEE-01FE-306D-C208A428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42854-1651-4611-B0EC-7A6082A8B6CF}" type="datetime1">
              <a:t>9/14/2025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78D11-6001-4A09-C57A-F925F781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5A143-FE7E-57E6-33C3-165529F9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en-US" dirty="0"/>
          </a:p>
        </p:txBody>
      </p:sp>
      <p:pic>
        <p:nvPicPr>
          <p:cNvPr id="6" name="Graphic 5" descr="Theatre with solid fill">
            <a:extLst>
              <a:ext uri="{FF2B5EF4-FFF2-40B4-BE49-F238E27FC236}">
                <a16:creationId xmlns:a16="http://schemas.microsoft.com/office/drawing/2014/main" id="{62EBB0C3-2EA6-CDBE-5ABD-40DF73683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6700" y="1914525"/>
            <a:ext cx="364807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879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IST 659 Project Presentation Make  the best movie </vt:lpstr>
      <vt:lpstr>Business case</vt:lpstr>
      <vt:lpstr>Database criteria</vt:lpstr>
      <vt:lpstr>Logical Model</vt:lpstr>
      <vt:lpstr>Database ERD</vt:lpstr>
      <vt:lpstr>Database Relationships</vt:lpstr>
      <vt:lpstr>Data Questions and answers </vt:lpstr>
      <vt:lpstr>Basic layout of all application screens/reports (inputs &amp; outputs) </vt:lpstr>
      <vt:lpstr>Examples on how on how  to use  the database for business case</vt:lpstr>
      <vt:lpstr>Examples on how on how  to use  the database for business case</vt:lpstr>
      <vt:lpstr>Examples on how on how  to use  the database for business case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290</cp:revision>
  <dcterms:created xsi:type="dcterms:W3CDTF">2025-08-31T22:45:19Z</dcterms:created>
  <dcterms:modified xsi:type="dcterms:W3CDTF">2025-09-14T18:12:12Z</dcterms:modified>
</cp:coreProperties>
</file>